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540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1560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2D0845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731520"/>
            <a:ext cx="1828800" cy="1828800"/>
          </a:xfrm>
          <a:prstGeom prst="ellipse">
            <a:avLst/>
          </a:prstGeom>
          <a:solidFill>
            <a:srgbClr val="C4752A">
              <a:alpha val="40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548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DHAARA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" y="1280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C47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GARMENTS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6576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E-Commerce Fashion Platform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5760" y="2834640"/>
            <a:ext cx="3200400" cy="36576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3017520"/>
            <a:ext cx="5303520" cy="1828800"/>
          </a:xfrm>
          <a:prstGeom prst="rect">
            <a:avLst/>
          </a:prstGeom>
          <a:solidFill>
            <a:srgbClr val="2A1040">
              <a:alpha val="80000"/>
            </a:srgbClr>
          </a:solidFill>
          <a:ln w="12700">
            <a:solidFill>
              <a:srgbClr val="C475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108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Coding  </a:t>
            </a:r>
            <a:r>
              <a:rPr lang="en-US" sz="1200" dirty="0">
                <a:solidFill>
                  <a:srgbClr val="8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200" b="1" dirty="0">
                <a:solidFill>
                  <a:srgbClr val="C4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</a:t>
            </a:r>
            <a:r>
              <a:rPr lang="en-US" sz="1200" dirty="0">
                <a:solidFill>
                  <a:srgbClr val="D4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dhaaragarments.netlify.app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3520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Thatipally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Rohith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Ticket No:-2303A51171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2024-25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5070348"/>
          </a:xfrm>
          <a:prstGeom prst="rect">
            <a:avLst/>
          </a:prstGeom>
          <a:solidFill>
            <a:srgbClr val="1A0A2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4389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4752A"/>
                </a:solidFill>
              </a:rPr>
              <a:t>02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82880" y="4709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D4A5B5"/>
                </a:solidFill>
              </a:rPr>
              <a:t>INTRO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560320" y="914400"/>
            <a:ext cx="3657600" cy="36576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9" name="Shape 6"/>
          <p:cNvSpPr/>
          <p:nvPr/>
        </p:nvSpPr>
        <p:spPr>
          <a:xfrm>
            <a:off x="2468880" y="1051560"/>
            <a:ext cx="6309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68880" y="1051560"/>
            <a:ext cx="109728" cy="1371600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0" y="1097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2E"/>
                </a:solidFill>
              </a:rPr>
              <a:t>What is Dhaara Garments?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743200" y="141732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3D"/>
                </a:solidFill>
              </a:rPr>
              <a:t>Dhaara Garments is a fully functional, AI-assisted e-commerce website built for an elegant clothing store. The platform enables customers to browse fashion collections, view product details, and experience a modern online shopping interface — all developed using generative AI tools.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468880" y="260604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68880" y="2606040"/>
            <a:ext cx="2011680" cy="73152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3154680" y="2743200"/>
            <a:ext cx="640080" cy="640080"/>
          </a:xfrm>
          <a:prstGeom prst="ellipse">
            <a:avLst/>
          </a:prstGeom>
          <a:solidFill>
            <a:srgbClr val="1A0A2E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81635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60320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</a:rPr>
              <a:t>Web Platform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560320" y="3840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2B3D"/>
                </a:solidFill>
              </a:rPr>
              <a:t>Responsive HTML/CSS/JS website hosted on Netlify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17720" y="260604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17720" y="2606040"/>
            <a:ext cx="2011680" cy="73152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21" name="Shape 17"/>
          <p:cNvSpPr/>
          <p:nvPr/>
        </p:nvSpPr>
        <p:spPr>
          <a:xfrm>
            <a:off x="5303520" y="2743200"/>
            <a:ext cx="640080" cy="640080"/>
          </a:xfrm>
          <a:prstGeom prst="ellipse">
            <a:avLst/>
          </a:prstGeom>
          <a:solidFill>
            <a:srgbClr val="1A0A2E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81635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09160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</a:rPr>
              <a:t>AI-Generated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709160" y="3840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2B3D"/>
                </a:solidFill>
              </a:rPr>
              <a:t>100% of code generated using AI prompting tools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66560" y="260604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66560" y="2606040"/>
            <a:ext cx="2011680" cy="73152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27" name="Shape 22"/>
          <p:cNvSpPr/>
          <p:nvPr/>
        </p:nvSpPr>
        <p:spPr>
          <a:xfrm>
            <a:off x="7452360" y="2743200"/>
            <a:ext cx="640080" cy="640080"/>
          </a:xfrm>
          <a:prstGeom prst="ellipse">
            <a:avLst/>
          </a:prstGeom>
          <a:solidFill>
            <a:srgbClr val="1A0A2E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816352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0" y="3493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</a:rPr>
              <a:t>Fashion Focus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858000" y="3840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2B3D"/>
                </a:solidFill>
              </a:rPr>
              <a:t>Clothing catalogue with categories, filters &amp; cart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156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0" y="137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752A"/>
                </a:solidFill>
              </a:rPr>
              <a:t>03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2A1040"/>
          </a:solidFill>
          <a:ln w="12700">
            <a:solidFill>
              <a:srgbClr val="C475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1612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0A2E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11612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2E"/>
                </a:solidFill>
              </a:rPr>
              <a:t>AI-Driven Development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164592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FE8"/>
                </a:solidFill>
              </a:rPr>
              <a:t>Demonstrate the use of AI tools (ChatGPT, Claude, Copilot) to generate complete, functional web application code from natural language prompts.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097280"/>
            <a:ext cx="2743200" cy="1600200"/>
          </a:xfrm>
          <a:prstGeom prst="rect">
            <a:avLst/>
          </a:prstGeom>
          <a:solidFill>
            <a:srgbClr val="2A1040"/>
          </a:solidFill>
          <a:ln w="12700">
            <a:solidFill>
              <a:srgbClr val="C4752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97280"/>
            <a:ext cx="2743200" cy="457200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11612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0A2E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749040" y="11612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2E"/>
                </a:solidFill>
              </a:rPr>
              <a:t>E-Commerce Functionality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55848" y="164592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FE8"/>
                </a:solidFill>
              </a:rPr>
              <a:t>Build a working online store for Dhaara Garments with product listings, categories, shopping cart, and responsive design.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17920" y="1097280"/>
            <a:ext cx="2743200" cy="1600200"/>
          </a:xfrm>
          <a:prstGeom prst="rect">
            <a:avLst/>
          </a:prstGeom>
          <a:solidFill>
            <a:srgbClr val="2A1040"/>
          </a:solidFill>
          <a:ln w="12700">
            <a:solidFill>
              <a:srgbClr val="C4752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7920" y="1097280"/>
            <a:ext cx="2743200" cy="457200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11612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0A2E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720840" y="11612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2E"/>
                </a:solidFill>
              </a:rPr>
              <a:t>Frontend Excellence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27648" y="164592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FE8"/>
                </a:solidFill>
              </a:rPr>
              <a:t>Create an attractive, mobile-friendly user interface using HTML, CSS, and JavaScript with clean design principles.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2926080"/>
            <a:ext cx="2743200" cy="1600200"/>
          </a:xfrm>
          <a:prstGeom prst="rect">
            <a:avLst/>
          </a:prstGeom>
          <a:solidFill>
            <a:srgbClr val="2A1040"/>
          </a:solidFill>
          <a:ln w="12700">
            <a:solidFill>
              <a:srgbClr val="C4752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2926080"/>
            <a:ext cx="2743200" cy="457200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29900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0A2E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77240" y="29900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2E"/>
                </a:solidFill>
              </a:rPr>
              <a:t>Deployment &amp; Hosting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84048" y="347472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FE8"/>
                </a:solidFill>
              </a:rPr>
              <a:t>Deploy the finished web application to a live public URL using Netlify cloud hosting platform.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46120" y="2926080"/>
            <a:ext cx="2743200" cy="1600200"/>
          </a:xfrm>
          <a:prstGeom prst="rect">
            <a:avLst/>
          </a:prstGeom>
          <a:solidFill>
            <a:srgbClr val="2A1040"/>
          </a:solidFill>
          <a:ln w="12700">
            <a:solidFill>
              <a:srgbClr val="C4752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46120" y="2926080"/>
            <a:ext cx="2743200" cy="457200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28" name="Text 25"/>
          <p:cNvSpPr/>
          <p:nvPr/>
        </p:nvSpPr>
        <p:spPr>
          <a:xfrm>
            <a:off x="3337560" y="29900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0A2E"/>
                </a:solidFill>
              </a:rPr>
              <a:t>05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749040" y="29900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2E"/>
                </a:solidFill>
              </a:rPr>
              <a:t>Prompt Engineering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355848" y="347472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FE8"/>
                </a:solidFill>
              </a:rPr>
              <a:t>Develop and document effective AI prompting strategies that produce high-quality, production-ready code outputs.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0A2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0" y="1645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752A"/>
                </a:solidFill>
              </a:rPr>
              <a:t>04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2801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280160"/>
            <a:ext cx="2743200" cy="64008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9" name="Shape 6"/>
          <p:cNvSpPr/>
          <p:nvPr/>
        </p:nvSpPr>
        <p:spPr>
          <a:xfrm>
            <a:off x="384048" y="1463040"/>
            <a:ext cx="502920" cy="502920"/>
          </a:xfrm>
          <a:prstGeom prst="ellipse">
            <a:avLst/>
          </a:prstGeom>
          <a:solidFill>
            <a:srgbClr val="1A0A2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5270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2E"/>
                </a:solidFill>
              </a:rPr>
              <a:t>Students / Developers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60120" y="1737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0A2E"/>
                </a:solidFill>
              </a:rPr>
              <a:t>Primary Creators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84048" y="2057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2B3D"/>
                </a:solidFill>
              </a:rPr>
              <a:t>The student team who designed, prompted, and deployed the entire web application using AI tools.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46120" y="12801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46120" y="1280160"/>
            <a:ext cx="2743200" cy="64008"/>
          </a:xfrm>
          <a:prstGeom prst="rect">
            <a:avLst/>
          </a:prstGeom>
          <a:solidFill>
            <a:srgbClr val="2D7D7D"/>
          </a:solidFill>
          <a:ln/>
        </p:spPr>
      </p:sp>
      <p:sp>
        <p:nvSpPr>
          <p:cNvPr id="16" name="Shape 12"/>
          <p:cNvSpPr/>
          <p:nvPr/>
        </p:nvSpPr>
        <p:spPr>
          <a:xfrm>
            <a:off x="3355848" y="1463040"/>
            <a:ext cx="502920" cy="502920"/>
          </a:xfrm>
          <a:prstGeom prst="ellipse">
            <a:avLst/>
          </a:prstGeom>
          <a:solidFill>
            <a:srgbClr val="2D7D7D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56" y="152704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3192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2E"/>
                </a:solidFill>
              </a:rPr>
              <a:t>Course Faculty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931920" y="1737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7D7D"/>
                </a:solidFill>
              </a:rPr>
              <a:t>Evaluators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355848" y="2057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2B3D"/>
                </a:solidFill>
              </a:rPr>
              <a:t>Subject teachers who assess the project based on presentation, knowledge, code quality, and AI tool usage.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217920" y="12801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17920" y="1280160"/>
            <a:ext cx="274320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3" name="Shape 18"/>
          <p:cNvSpPr/>
          <p:nvPr/>
        </p:nvSpPr>
        <p:spPr>
          <a:xfrm>
            <a:off x="6327648" y="14630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152704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0372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2E"/>
                </a:solidFill>
              </a:rPr>
              <a:t>Dhaara Garments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903720" y="1737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5042"/>
                </a:solidFill>
              </a:rPr>
              <a:t>Business Client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327648" y="20574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2B3D"/>
                </a:solidFill>
              </a:rPr>
              <a:t>The fictional garments brand for whom the e-commerce platform is designed and tailored.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274320" y="31089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74320" y="3108960"/>
            <a:ext cx="2743200" cy="6400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0" name="Shape 24"/>
          <p:cNvSpPr/>
          <p:nvPr/>
        </p:nvSpPr>
        <p:spPr>
          <a:xfrm>
            <a:off x="384048" y="329184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3355848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012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2E"/>
                </a:solidFill>
              </a:rPr>
              <a:t>End Customers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960120" y="3566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D2E46"/>
                </a:solidFill>
              </a:rPr>
              <a:t>End Users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384048" y="3886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2B3D"/>
                </a:solidFill>
              </a:rPr>
              <a:t>Online shoppers who browse the clothing catalogue, explore products, and interact with the website.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246120" y="31089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246120" y="3108960"/>
            <a:ext cx="2743200" cy="6400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7" name="Shape 30"/>
          <p:cNvSpPr/>
          <p:nvPr/>
        </p:nvSpPr>
        <p:spPr>
          <a:xfrm>
            <a:off x="3355848" y="3291840"/>
            <a:ext cx="502920" cy="502920"/>
          </a:xfrm>
          <a:prstGeom prst="ellipse">
            <a:avLst/>
          </a:prstGeom>
          <a:solidFill>
            <a:srgbClr val="4A5568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3355848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93192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2E"/>
                </a:solidFill>
              </a:rPr>
              <a:t>AI Tools (Claude/GPT)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3931920" y="3566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</a:rPr>
              <a:t>Development Partner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3355848" y="3886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2B3D"/>
                </a:solidFill>
              </a:rPr>
              <a:t>AI assistants used as co-developers to generate HTML, CSS, JavaScript code from natural language prompts.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156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PROGRAMMING LANGUAGES, TOOLS &amp; SOFTWARE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752A"/>
                </a:solidFill>
              </a:rPr>
              <a:t>05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188720"/>
            <a:ext cx="4160520" cy="1691640"/>
          </a:xfrm>
          <a:prstGeom prst="rect">
            <a:avLst/>
          </a:prstGeom>
          <a:solidFill>
            <a:srgbClr val="22083A"/>
          </a:solidFill>
          <a:ln w="12700">
            <a:solidFill>
              <a:srgbClr val="C475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88720"/>
            <a:ext cx="4160520" cy="411480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12435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 Languages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66420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EFE8"/>
                </a:solidFill>
              </a:rPr>
              <a:t>HTML5 – Structure &amp; layout of all web pages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EFE8"/>
                </a:solidFill>
              </a:rPr>
              <a:t>CSS3 – Styling, animations, responsive grid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EFE8"/>
                </a:solidFill>
              </a:rPr>
              <a:t>JavaScript (ES6) – Interactivity, DOM manipulation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188720"/>
            <a:ext cx="4160520" cy="1691640"/>
          </a:xfrm>
          <a:prstGeom prst="rect">
            <a:avLst/>
          </a:prstGeom>
          <a:solidFill>
            <a:srgbClr val="22083A"/>
          </a:solidFill>
          <a:ln w="12700">
            <a:solidFill>
              <a:srgbClr val="2D9B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188720"/>
            <a:ext cx="4160520" cy="411480"/>
          </a:xfrm>
          <a:prstGeom prst="rect">
            <a:avLst/>
          </a:prstGeom>
          <a:solidFill>
            <a:srgbClr val="2D9B8A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2435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Tools Used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166420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EFE8"/>
                </a:solidFill>
              </a:rPr>
              <a:t>ChatGPT (GPT-4) – Primary code generation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EFE8"/>
                </a:solidFill>
              </a:rPr>
              <a:t>Claude (Anthropic) – Code refinement &amp; debugging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EFE8"/>
                </a:solidFill>
              </a:rPr>
              <a:t>GitHub Copilot – Inline code suggestions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3063240"/>
            <a:ext cx="4160520" cy="1691640"/>
          </a:xfrm>
          <a:prstGeom prst="rect">
            <a:avLst/>
          </a:prstGeom>
          <a:solidFill>
            <a:srgbClr val="22083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3063240"/>
            <a:ext cx="4160520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3"/>
          <p:cNvSpPr/>
          <p:nvPr/>
        </p:nvSpPr>
        <p:spPr>
          <a:xfrm>
            <a:off x="411480" y="31181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 Tools &amp; Hosting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1480" y="353872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EFE8"/>
                </a:solidFill>
              </a:rPr>
              <a:t>VS Code – Code editor &amp; live preview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EFE8"/>
                </a:solidFill>
              </a:rPr>
              <a:t>Netlify – Free cloud deployment &amp; hosting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EFE8"/>
                </a:solidFill>
              </a:rPr>
              <a:t>Git / GitHub – Version control &amp; collaboration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09160" y="3063240"/>
            <a:ext cx="4160520" cy="1691640"/>
          </a:xfrm>
          <a:prstGeom prst="rect">
            <a:avLst/>
          </a:prstGeom>
          <a:solidFill>
            <a:srgbClr val="22083A"/>
          </a:solidFill>
          <a:ln w="12700">
            <a:solidFill>
              <a:srgbClr val="6D3B8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3063240"/>
            <a:ext cx="4160520" cy="411480"/>
          </a:xfrm>
          <a:prstGeom prst="rect">
            <a:avLst/>
          </a:prstGeom>
          <a:solidFill>
            <a:srgbClr val="6D3B8E"/>
          </a:solidFill>
          <a:ln/>
        </p:spPr>
      </p:sp>
      <p:sp>
        <p:nvSpPr>
          <p:cNvPr id="20" name="Text 17"/>
          <p:cNvSpPr/>
          <p:nvPr/>
        </p:nvSpPr>
        <p:spPr>
          <a:xfrm>
            <a:off x="4846320" y="31181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 &amp; Assets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46320" y="353872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EFE8"/>
                </a:solidFill>
              </a:rPr>
              <a:t>Google Fonts – Typography (Poppins, Playfair)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EFE8"/>
                </a:solidFill>
              </a:rPr>
              <a:t>Font Awesome – Icons and UI elements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EFE8"/>
                </a:solidFill>
              </a:rPr>
              <a:t>Canva / Figma – Wireframes &amp; mockup reference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4A5B5"/>
                </a:solidFill>
              </a:rPr>
              <a:t>All code was generated via AI prompting — no manual coding frameworks (React, Angular, etc.) were used.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 USED TO GENERATE CODE  –  Part 1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16459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752A"/>
                </a:solidFill>
              </a:rPr>
              <a:t>06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51560"/>
            <a:ext cx="777240" cy="118872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12471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52A"/>
                </a:solidFill>
              </a:rPr>
              <a:t>P1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74320" y="1554480"/>
            <a:ext cx="777240" cy="36576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6459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5B5"/>
                </a:solidFill>
              </a:rPr>
              <a:t>Homepage Layout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" y="11430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2B3D"/>
                </a:solidFill>
              </a:rPr>
              <a:t>"Create a responsive homepage for an elegant clothing store called Dhaara Garments. Include a hero section with a full-width banner, navigation bar with logo, featured collections grid, and footer with contact info. Use HTML, CSS and JavaScript only."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350008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350008"/>
            <a:ext cx="777240" cy="118872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24231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52A"/>
                </a:solidFill>
              </a:rPr>
              <a:t>P2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74320" y="2852928"/>
            <a:ext cx="777240" cy="36576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29443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5B5"/>
                </a:solidFill>
              </a:rPr>
              <a:t>Product Catalogue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3000" y="244144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2B3D"/>
                </a:solidFill>
              </a:rPr>
              <a:t>"Build a product listing page for Dhaara Garments. Display at least 12 clothing items in a responsive card grid. Each card should show product image, name, price, and an Add to Cart button. Include filter buttons for categories like Men, Women, Kids."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648456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3648456"/>
            <a:ext cx="777240" cy="118872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372160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52A"/>
                </a:solidFill>
              </a:rPr>
              <a:t>P3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274320" y="4151376"/>
            <a:ext cx="777240" cy="36576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42428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5B5"/>
                </a:solidFill>
              </a:rPr>
              <a:t>Navigation &amp; Header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43000" y="3739896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2B3D"/>
                </a:solidFill>
              </a:rPr>
              <a:t>"Design a sticky top navigation bar for a garments e-commerce site. Include a logo on the left, menu links (Home, Shop, About, Contact) in the center, and cart icon with item count badge on the right. Make it collapse to a hamburger menu on mobile."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 USED TO GENERATE CODE  –  Part 2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16459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752A"/>
                </a:solidFill>
              </a:rPr>
              <a:t>06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51560"/>
            <a:ext cx="777240" cy="1188720"/>
          </a:xfrm>
          <a:prstGeom prst="rect">
            <a:avLst/>
          </a:prstGeom>
          <a:solidFill>
            <a:srgbClr val="4A1560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12471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52A"/>
                </a:solidFill>
              </a:rPr>
              <a:t>P4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74320" y="1554480"/>
            <a:ext cx="777240" cy="36576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6459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5B5"/>
                </a:solidFill>
              </a:rPr>
              <a:t>Shopping Cart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" y="11430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2B3D"/>
                </a:solidFill>
              </a:rPr>
              <a:t>"Implement a shopping cart sidebar for a clothing website. When user clicks Add to Cart, the item should appear in the cart. Show item name, price, quantity controls (+/-), remove button, subtotal, and a checkout button. Store cart in localStorage."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350008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350008"/>
            <a:ext cx="777240" cy="1188720"/>
          </a:xfrm>
          <a:prstGeom prst="rect">
            <a:avLst/>
          </a:prstGeom>
          <a:solidFill>
            <a:srgbClr val="4A1560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24231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52A"/>
                </a:solidFill>
              </a:rPr>
              <a:t>P5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74320" y="2852928"/>
            <a:ext cx="777240" cy="36576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29443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5B5"/>
                </a:solidFill>
              </a:rPr>
              <a:t>About Page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43000" y="244144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2B3D"/>
                </a:solidFill>
              </a:rPr>
              <a:t>"Create an About Us page for Dhaara Garments. Include a brand story section, a mission &amp; vision card, team member profiles with photo placeholders and names, and a brief history timeline. Use a warm, elegant color scheme."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648456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3648456"/>
            <a:ext cx="777240" cy="1188720"/>
          </a:xfrm>
          <a:prstGeom prst="rect">
            <a:avLst/>
          </a:prstGeom>
          <a:solidFill>
            <a:srgbClr val="4A1560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372160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52A"/>
                </a:solidFill>
              </a:rPr>
              <a:t>P6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274320" y="4151376"/>
            <a:ext cx="777240" cy="36576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42428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5B5"/>
                </a:solidFill>
              </a:rPr>
              <a:t>CSS Animations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43000" y="3739896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2B3D"/>
                </a:solidFill>
              </a:rPr>
              <a:t>"Add smooth CSS animations to the Dhaara Garments website: fade-in on page load, hover zoom effect on product cards, slide-in for the mobile menu, and a scroll reveal effect for sections. Do not use any external JS libraries."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156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FLOWCHART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412480" y="16459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752A"/>
                </a:solidFill>
              </a:rPr>
              <a:t>07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28600" y="1097280"/>
            <a:ext cx="1691640" cy="1691640"/>
          </a:xfrm>
          <a:prstGeom prst="rect">
            <a:avLst/>
          </a:prstGeom>
          <a:solidFill>
            <a:srgbClr val="1E0835"/>
          </a:solidFill>
          <a:ln w="19050">
            <a:solidFill>
              <a:srgbClr val="C475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097280"/>
            <a:ext cx="1691640" cy="457200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1612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1. Requirement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Analysis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74320" y="166420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Define scope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&amp; features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148840" y="1097280"/>
            <a:ext cx="1691640" cy="1691640"/>
          </a:xfrm>
          <a:prstGeom prst="rect">
            <a:avLst/>
          </a:prstGeom>
          <a:solidFill>
            <a:srgbClr val="1E0835"/>
          </a:solidFill>
          <a:ln w="19050">
            <a:solidFill>
              <a:srgbClr val="2D9B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8840" y="1097280"/>
            <a:ext cx="1691640" cy="457200"/>
          </a:xfrm>
          <a:prstGeom prst="rect">
            <a:avLst/>
          </a:prstGeom>
          <a:solidFill>
            <a:srgbClr val="2D9B8A"/>
          </a:solidFill>
          <a:ln/>
        </p:spPr>
      </p:sp>
      <p:sp>
        <p:nvSpPr>
          <p:cNvPr id="12" name="Text 9"/>
          <p:cNvSpPr/>
          <p:nvPr/>
        </p:nvSpPr>
        <p:spPr>
          <a:xfrm>
            <a:off x="2194560" y="11612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2. Prompt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Design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194560" y="166420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Write effective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AI prompts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069080" y="1097280"/>
            <a:ext cx="1691640" cy="1691640"/>
          </a:xfrm>
          <a:prstGeom prst="rect">
            <a:avLst/>
          </a:prstGeom>
          <a:solidFill>
            <a:srgbClr val="1E0835"/>
          </a:solidFill>
          <a:ln w="19050">
            <a:solidFill>
              <a:srgbClr val="6D3B8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69080" y="1097280"/>
            <a:ext cx="1691640" cy="457200"/>
          </a:xfrm>
          <a:prstGeom prst="rect">
            <a:avLst/>
          </a:prstGeom>
          <a:solidFill>
            <a:srgbClr val="6D3B8E"/>
          </a:solidFill>
          <a:ln/>
        </p:spPr>
      </p:sp>
      <p:sp>
        <p:nvSpPr>
          <p:cNvPr id="16" name="Text 13"/>
          <p:cNvSpPr/>
          <p:nvPr/>
        </p:nvSpPr>
        <p:spPr>
          <a:xfrm>
            <a:off x="4114800" y="11612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3. AI Code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Generation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114800" y="166420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Use ChatGPT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Claude / Copilot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89320" y="1097280"/>
            <a:ext cx="1691640" cy="1691640"/>
          </a:xfrm>
          <a:prstGeom prst="rect">
            <a:avLst/>
          </a:prstGeom>
          <a:solidFill>
            <a:srgbClr val="1E0835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89320" y="1097280"/>
            <a:ext cx="169164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0" y="11612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4. Code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Review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035040" y="166420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Check &amp; refine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output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909560" y="1097280"/>
            <a:ext cx="1691640" cy="1691640"/>
          </a:xfrm>
          <a:prstGeom prst="rect">
            <a:avLst/>
          </a:prstGeom>
          <a:solidFill>
            <a:srgbClr val="1E0835"/>
          </a:solidFill>
          <a:ln w="19050">
            <a:solidFill>
              <a:srgbClr val="2D7D7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09560" y="1097280"/>
            <a:ext cx="1691640" cy="457200"/>
          </a:xfrm>
          <a:prstGeom prst="rect">
            <a:avLst/>
          </a:prstGeom>
          <a:solidFill>
            <a:srgbClr val="2D7D7D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1612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5. Integration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955280" y="166420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Merge all code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files together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28600" y="3108960"/>
            <a:ext cx="1691640" cy="1691640"/>
          </a:xfrm>
          <a:prstGeom prst="rect">
            <a:avLst/>
          </a:prstGeom>
          <a:solidFill>
            <a:srgbClr val="1E0835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28600" y="3108960"/>
            <a:ext cx="169164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31729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6. Testing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Debugging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74320" y="367588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Test on browser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fix bugs with AI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148840" y="3108960"/>
            <a:ext cx="1691640" cy="1691640"/>
          </a:xfrm>
          <a:prstGeom prst="rect">
            <a:avLst/>
          </a:prstGeom>
          <a:solidFill>
            <a:srgbClr val="1E0835"/>
          </a:solidFill>
          <a:ln w="19050">
            <a:solidFill>
              <a:srgbClr val="C4752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148840" y="3108960"/>
            <a:ext cx="1691640" cy="457200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32" name="Text 29"/>
          <p:cNvSpPr/>
          <p:nvPr/>
        </p:nvSpPr>
        <p:spPr>
          <a:xfrm>
            <a:off x="2194560" y="31729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7. UI Polish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2194560" y="367588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Styling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responsiveness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069080" y="3108960"/>
            <a:ext cx="1691640" cy="1691640"/>
          </a:xfrm>
          <a:prstGeom prst="rect">
            <a:avLst/>
          </a:prstGeom>
          <a:solidFill>
            <a:srgbClr val="1E0835"/>
          </a:solidFill>
          <a:ln w="19050">
            <a:solidFill>
              <a:srgbClr val="2D9B8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069080" y="3108960"/>
            <a:ext cx="1691640" cy="457200"/>
          </a:xfrm>
          <a:prstGeom prst="rect">
            <a:avLst/>
          </a:prstGeom>
          <a:solidFill>
            <a:srgbClr val="2D9B8A"/>
          </a:solidFill>
          <a:ln/>
        </p:spPr>
      </p:sp>
      <p:sp>
        <p:nvSpPr>
          <p:cNvPr id="36" name="Text 33"/>
          <p:cNvSpPr/>
          <p:nvPr/>
        </p:nvSpPr>
        <p:spPr>
          <a:xfrm>
            <a:off x="4114800" y="31729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8. Content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Adding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114800" y="367588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Add products,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images &amp; text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989320" y="3108960"/>
            <a:ext cx="1691640" cy="1691640"/>
          </a:xfrm>
          <a:prstGeom prst="rect">
            <a:avLst/>
          </a:prstGeom>
          <a:solidFill>
            <a:srgbClr val="1E0835"/>
          </a:solidFill>
          <a:ln w="19050">
            <a:solidFill>
              <a:srgbClr val="6D3B8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989320" y="3108960"/>
            <a:ext cx="1691640" cy="457200"/>
          </a:xfrm>
          <a:prstGeom prst="rect">
            <a:avLst/>
          </a:prstGeom>
          <a:solidFill>
            <a:srgbClr val="6D3B8E"/>
          </a:solidFill>
          <a:ln/>
        </p:spPr>
      </p:sp>
      <p:sp>
        <p:nvSpPr>
          <p:cNvPr id="40" name="Text 37"/>
          <p:cNvSpPr/>
          <p:nvPr/>
        </p:nvSpPr>
        <p:spPr>
          <a:xfrm>
            <a:off x="6035040" y="31729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9. Deployment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035040" y="367588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Push to Netlify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live hosting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909560" y="3108960"/>
            <a:ext cx="1691640" cy="1691640"/>
          </a:xfrm>
          <a:prstGeom prst="rect">
            <a:avLst/>
          </a:prstGeom>
          <a:solidFill>
            <a:srgbClr val="1E0835"/>
          </a:solidFill>
          <a:ln w="19050">
            <a:solidFill>
              <a:srgbClr val="2D7D7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09560" y="3108960"/>
            <a:ext cx="1691640" cy="457200"/>
          </a:xfrm>
          <a:prstGeom prst="rect">
            <a:avLst/>
          </a:prstGeom>
          <a:solidFill>
            <a:srgbClr val="2D7D7D"/>
          </a:solidFill>
          <a:ln/>
        </p:spPr>
      </p:sp>
      <p:sp>
        <p:nvSpPr>
          <p:cNvPr id="44" name="Text 41"/>
          <p:cNvSpPr/>
          <p:nvPr/>
        </p:nvSpPr>
        <p:spPr>
          <a:xfrm>
            <a:off x="7955280" y="31729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10. Final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Review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955280" y="367588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QA &amp; project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FE8"/>
                </a:solidFill>
              </a:rPr>
              <a:t>submission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1920240" y="1938528"/>
            <a:ext cx="228600" cy="0"/>
          </a:xfrm>
          <a:prstGeom prst="line">
            <a:avLst/>
          </a:prstGeom>
          <a:noFill/>
          <a:ln w="25400">
            <a:solidFill>
              <a:srgbClr val="C4752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840480" y="1938528"/>
            <a:ext cx="228600" cy="0"/>
          </a:xfrm>
          <a:prstGeom prst="line">
            <a:avLst/>
          </a:prstGeom>
          <a:noFill/>
          <a:ln w="25400">
            <a:solidFill>
              <a:srgbClr val="C4752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760720" y="1938528"/>
            <a:ext cx="228600" cy="0"/>
          </a:xfrm>
          <a:prstGeom prst="line">
            <a:avLst/>
          </a:prstGeom>
          <a:noFill/>
          <a:ln w="25400">
            <a:solidFill>
              <a:srgbClr val="C4752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680960" y="1938528"/>
            <a:ext cx="228600" cy="0"/>
          </a:xfrm>
          <a:prstGeom prst="line">
            <a:avLst/>
          </a:prstGeom>
          <a:noFill/>
          <a:ln w="25400">
            <a:solidFill>
              <a:srgbClr val="C4752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750808" y="2788920"/>
            <a:ext cx="0" cy="320040"/>
          </a:xfrm>
          <a:prstGeom prst="line">
            <a:avLst/>
          </a:prstGeom>
          <a:noFill/>
          <a:ln w="25400">
            <a:solidFill>
              <a:srgbClr val="C4752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920240" y="3950208"/>
            <a:ext cx="228600" cy="0"/>
          </a:xfrm>
          <a:prstGeom prst="line">
            <a:avLst/>
          </a:prstGeom>
          <a:noFill/>
          <a:ln w="25400">
            <a:solidFill>
              <a:srgbClr val="C4752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840480" y="3950208"/>
            <a:ext cx="228600" cy="0"/>
          </a:xfrm>
          <a:prstGeom prst="line">
            <a:avLst/>
          </a:prstGeom>
          <a:noFill/>
          <a:ln w="25400">
            <a:solidFill>
              <a:srgbClr val="C4752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760720" y="3950208"/>
            <a:ext cx="228600" cy="0"/>
          </a:xfrm>
          <a:prstGeom prst="line">
            <a:avLst/>
          </a:prstGeom>
          <a:noFill/>
          <a:ln w="25400">
            <a:solidFill>
              <a:srgbClr val="C4752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680960" y="3950208"/>
            <a:ext cx="228600" cy="0"/>
          </a:xfrm>
          <a:prstGeom prst="line">
            <a:avLst/>
          </a:prstGeom>
          <a:noFill/>
          <a:ln w="25400">
            <a:solidFill>
              <a:srgbClr val="C4752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VIEW OF DHAARA GARMENTS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412480" y="16459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752A"/>
                </a:solidFill>
              </a:rPr>
              <a:t>08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8412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115568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804672" y="1115568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1115568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8"/>
          <p:cNvSpPr/>
          <p:nvPr/>
        </p:nvSpPr>
        <p:spPr>
          <a:xfrm>
            <a:off x="1371600" y="1069848"/>
            <a:ext cx="5943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17320" y="10881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https://dhaaragarments.netlify.app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52A"/>
                </a:solidFill>
              </a:rPr>
              <a:t>DHAARA GARMENTS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472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Home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48056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Shop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Collections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9224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About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49808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Contact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229600" y="1527048"/>
            <a:ext cx="457200" cy="274320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0" y="1527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🛒 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" y="1920240"/>
            <a:ext cx="8412480" cy="1371600"/>
          </a:xfrm>
          <a:prstGeom prst="rect">
            <a:avLst/>
          </a:prstGeom>
          <a:solidFill>
            <a:srgbClr val="4A1560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20116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Elegant Fashion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Occasion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0080" y="2971800"/>
            <a:ext cx="1371600" cy="256032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Shop Now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48640" y="3364992"/>
            <a:ext cx="1828800" cy="1371600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4206240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" y="4242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0A2E"/>
                </a:solidFill>
              </a:rPr>
              <a:t>Product 1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94360" y="4434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4752A"/>
                </a:solidFill>
              </a:rPr>
              <a:t>₹599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645920" y="4443984"/>
            <a:ext cx="667512" cy="18288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1" name="Text 28"/>
          <p:cNvSpPr/>
          <p:nvPr/>
        </p:nvSpPr>
        <p:spPr>
          <a:xfrm>
            <a:off x="1645920" y="4443984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Add to Cart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2606040" y="3364992"/>
            <a:ext cx="1828800" cy="1371600"/>
          </a:xfrm>
          <a:prstGeom prst="rect">
            <a:avLst/>
          </a:prstGeom>
          <a:solidFill>
            <a:srgbClr val="D4C5E2"/>
          </a:solidFill>
          <a:ln/>
        </p:spPr>
      </p:sp>
      <p:sp>
        <p:nvSpPr>
          <p:cNvPr id="33" name="Shape 30"/>
          <p:cNvSpPr/>
          <p:nvPr/>
        </p:nvSpPr>
        <p:spPr>
          <a:xfrm>
            <a:off x="2606040" y="4206240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2651760" y="4242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0A2E"/>
                </a:solidFill>
              </a:rPr>
              <a:t>Product 2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651760" y="4434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4752A"/>
                </a:solidFill>
              </a:rPr>
              <a:t>₹999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03320" y="4443984"/>
            <a:ext cx="667512" cy="18288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7" name="Text 34"/>
          <p:cNvSpPr/>
          <p:nvPr/>
        </p:nvSpPr>
        <p:spPr>
          <a:xfrm>
            <a:off x="3703320" y="4443984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Add to Cart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4663440" y="3364992"/>
            <a:ext cx="1828800" cy="1371600"/>
          </a:xfrm>
          <a:prstGeom prst="rect">
            <a:avLst/>
          </a:prstGeom>
          <a:solidFill>
            <a:srgbClr val="C4D5E8"/>
          </a:solidFill>
          <a:ln/>
        </p:spPr>
      </p:sp>
      <p:sp>
        <p:nvSpPr>
          <p:cNvPr id="39" name="Shape 36"/>
          <p:cNvSpPr/>
          <p:nvPr/>
        </p:nvSpPr>
        <p:spPr>
          <a:xfrm>
            <a:off x="4663440" y="4206240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4709160" y="4242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0A2E"/>
                </a:solidFill>
              </a:rPr>
              <a:t>Product 3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709160" y="4434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4752A"/>
                </a:solidFill>
              </a:rPr>
              <a:t>₹1,399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760720" y="4443984"/>
            <a:ext cx="667512" cy="18288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43" name="Text 40"/>
          <p:cNvSpPr/>
          <p:nvPr/>
        </p:nvSpPr>
        <p:spPr>
          <a:xfrm>
            <a:off x="5760720" y="4443984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Add to Cart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6720840" y="3364992"/>
            <a:ext cx="1828800" cy="1371600"/>
          </a:xfrm>
          <a:prstGeom prst="rect">
            <a:avLst/>
          </a:prstGeom>
          <a:solidFill>
            <a:srgbClr val="E2C4C4"/>
          </a:solidFill>
          <a:ln/>
        </p:spPr>
      </p:sp>
      <p:sp>
        <p:nvSpPr>
          <p:cNvPr id="45" name="Shape 42"/>
          <p:cNvSpPr/>
          <p:nvPr/>
        </p:nvSpPr>
        <p:spPr>
          <a:xfrm>
            <a:off x="6720840" y="4206240"/>
            <a:ext cx="18288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6766560" y="4242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0A2E"/>
                </a:solidFill>
              </a:rPr>
              <a:t>Product 4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766560" y="4434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4752A"/>
                </a:solidFill>
              </a:rPr>
              <a:t>₹1,799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818120" y="4443984"/>
            <a:ext cx="667512" cy="18288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49" name="Text 46"/>
          <p:cNvSpPr/>
          <p:nvPr/>
        </p:nvSpPr>
        <p:spPr>
          <a:xfrm>
            <a:off x="7818120" y="4443984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Add to Cart</a:t>
            </a:r>
            <a:endParaRPr lang="en-US" sz="600" dirty="0"/>
          </a:p>
        </p:txBody>
      </p:sp>
      <p:sp>
        <p:nvSpPr>
          <p:cNvPr id="50" name="Shape 47"/>
          <p:cNvSpPr/>
          <p:nvPr/>
        </p:nvSpPr>
        <p:spPr>
          <a:xfrm>
            <a:off x="2743200" y="4736592"/>
            <a:ext cx="3657600" cy="274320"/>
          </a:xfrm>
          <a:prstGeom prst="rect">
            <a:avLst/>
          </a:prstGeom>
          <a:solidFill>
            <a:srgbClr val="1A0A2E"/>
          </a:solidFill>
          <a:ln w="12700">
            <a:solidFill>
              <a:srgbClr val="C4752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743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752A"/>
                </a:solidFill>
              </a:rPr>
              <a:t>Live URL: dhaaragarments.netlify.app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PROMPTS GENERATING CODES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412480" y="16459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752A"/>
                </a:solidFill>
              </a:rPr>
              <a:t>09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2743200" cy="3474720"/>
          </a:xfrm>
          <a:prstGeom prst="rect">
            <a:avLst/>
          </a:prstGeom>
          <a:solidFill>
            <a:srgbClr val="1E1E2E"/>
          </a:solidFill>
          <a:ln w="12700">
            <a:solidFill>
              <a:srgbClr val="4A1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4A1560"/>
          </a:solidFill>
          <a:ln/>
        </p:spPr>
      </p:sp>
      <p:sp>
        <p:nvSpPr>
          <p:cNvPr id="8" name="Shape 5"/>
          <p:cNvSpPr/>
          <p:nvPr/>
        </p:nvSpPr>
        <p:spPr>
          <a:xfrm>
            <a:off x="384048" y="111556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585216" y="111556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786384" y="111556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107899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ChatGPT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" y="1481328"/>
            <a:ext cx="2286000" cy="594360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5087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User: Create the navbar for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Dhaara Garments website...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1480" y="2194560"/>
            <a:ext cx="2468880" cy="21031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2402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 class=  "navbar"&gt;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</a:t>
            </a: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class="logo"&gt;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Dhaara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&lt;li&gt;Home&lt;/li&gt;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&lt;li&gt;Shop&lt;/li&gt;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74320" y="4663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D2B3D"/>
                </a:solidFill>
              </a:rPr>
              <a:t>Screenshot 1: ChatGPT generating homepage HTML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46120" y="1051560"/>
            <a:ext cx="2743200" cy="3474720"/>
          </a:xfrm>
          <a:prstGeom prst="rect">
            <a:avLst/>
          </a:prstGeom>
          <a:solidFill>
            <a:srgbClr val="1E1E2E"/>
          </a:solidFill>
          <a:ln w="12700">
            <a:solidFill>
              <a:srgbClr val="4A1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46120" y="1051560"/>
            <a:ext cx="2743200" cy="320040"/>
          </a:xfrm>
          <a:prstGeom prst="rect">
            <a:avLst/>
          </a:prstGeom>
          <a:solidFill>
            <a:srgbClr val="4A1560"/>
          </a:solidFill>
          <a:ln/>
        </p:spPr>
      </p:sp>
      <p:sp>
        <p:nvSpPr>
          <p:cNvPr id="19" name="Shape 16"/>
          <p:cNvSpPr/>
          <p:nvPr/>
        </p:nvSpPr>
        <p:spPr>
          <a:xfrm>
            <a:off x="3355848" y="111556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7"/>
          <p:cNvSpPr/>
          <p:nvPr/>
        </p:nvSpPr>
        <p:spPr>
          <a:xfrm>
            <a:off x="3557016" y="111556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3758184" y="111556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19"/>
          <p:cNvSpPr/>
          <p:nvPr/>
        </p:nvSpPr>
        <p:spPr>
          <a:xfrm>
            <a:off x="4069080" y="107899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Claude.ai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383280" y="1481328"/>
            <a:ext cx="2286000" cy="594360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24" name="Text 21"/>
          <p:cNvSpPr/>
          <p:nvPr/>
        </p:nvSpPr>
        <p:spPr>
          <a:xfrm>
            <a:off x="3429000" y="15087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User: Create the navbar for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Dhaara Garments website...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383280" y="2194560"/>
            <a:ext cx="2468880" cy="21031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6" name="Text 23"/>
          <p:cNvSpPr/>
          <p:nvPr/>
        </p:nvSpPr>
        <p:spPr>
          <a:xfrm>
            <a:off x="3429000" y="22402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 class=  "navbar"&gt;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</a:t>
            </a: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class="logo"&gt;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Dhaara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&lt;li&gt;Home&lt;/li&gt;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&lt;li&gt;Shop&lt;/li&gt;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246120" y="4663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D2B3D"/>
                </a:solidFill>
              </a:rPr>
              <a:t>Screenshot 2: Claude producing CSS styles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217920" y="1051560"/>
            <a:ext cx="2743200" cy="3474720"/>
          </a:xfrm>
          <a:prstGeom prst="rect">
            <a:avLst/>
          </a:prstGeom>
          <a:solidFill>
            <a:srgbClr val="1E1E2E"/>
          </a:solidFill>
          <a:ln w="12700">
            <a:solidFill>
              <a:srgbClr val="4A1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217920" y="1051560"/>
            <a:ext cx="2743200" cy="320040"/>
          </a:xfrm>
          <a:prstGeom prst="rect">
            <a:avLst/>
          </a:prstGeom>
          <a:solidFill>
            <a:srgbClr val="4A1560"/>
          </a:solidFill>
          <a:ln/>
        </p:spPr>
      </p:sp>
      <p:sp>
        <p:nvSpPr>
          <p:cNvPr id="30" name="Shape 27"/>
          <p:cNvSpPr/>
          <p:nvPr/>
        </p:nvSpPr>
        <p:spPr>
          <a:xfrm>
            <a:off x="6327648" y="111556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1" name="Shape 28"/>
          <p:cNvSpPr/>
          <p:nvPr/>
        </p:nvSpPr>
        <p:spPr>
          <a:xfrm>
            <a:off x="6528816" y="111556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2" name="Shape 29"/>
          <p:cNvSpPr/>
          <p:nvPr/>
        </p:nvSpPr>
        <p:spPr>
          <a:xfrm>
            <a:off x="6729984" y="111556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3" name="Text 30"/>
          <p:cNvSpPr/>
          <p:nvPr/>
        </p:nvSpPr>
        <p:spPr>
          <a:xfrm>
            <a:off x="7040880" y="107899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GitHub Copilot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355080" y="1481328"/>
            <a:ext cx="2286000" cy="594360"/>
          </a:xfrm>
          <a:prstGeom prst="rect">
            <a:avLst/>
          </a:prstGeom>
          <a:solidFill>
            <a:srgbClr val="2D4A8A"/>
          </a:solidFill>
          <a:ln/>
        </p:spPr>
      </p:sp>
      <p:sp>
        <p:nvSpPr>
          <p:cNvPr id="35" name="Text 32"/>
          <p:cNvSpPr/>
          <p:nvPr/>
        </p:nvSpPr>
        <p:spPr>
          <a:xfrm>
            <a:off x="6400800" y="15087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User: Create the navbar for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Dhaara Garments website...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355080" y="2194560"/>
            <a:ext cx="2468880" cy="21031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7" name="Text 34"/>
          <p:cNvSpPr/>
          <p:nvPr/>
        </p:nvSpPr>
        <p:spPr>
          <a:xfrm>
            <a:off x="6400800" y="22402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 class=  "navbar"&gt;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</a:t>
            </a: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class="logo"&gt;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Dhaara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&lt;li&gt;Home&lt;/li&gt;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&lt;li&gt;Shop&lt;/li&gt;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6217920" y="4663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D2B3D"/>
                </a:solidFill>
              </a:rPr>
              <a:t>Screenshot 3: AI generating JS cart function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85042"/>
                </a:solidFill>
              </a:rPr>
              <a:t>▸ Replace placeholder boxes above with actual screenshots from your AI tool sessions before submission.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4A156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2D0845">
              <a:alpha val="7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7315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4752A"/>
                </a:solidFill>
              </a:rPr>
              <a:t>10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676656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D4A5B5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6400800" cy="73152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828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365760" y="868680"/>
            <a:ext cx="4114800" cy="36576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005840"/>
            <a:ext cx="365760" cy="347472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10241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2E"/>
                </a:solidFill>
              </a:rPr>
              <a:t>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0241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Anthropic – Claude AI Assistant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12070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A5B5"/>
                </a:solidFill>
              </a:rPr>
              <a:t>https://claude.ai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1499616"/>
            <a:ext cx="365760" cy="347472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15179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2E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1517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OpenAI – ChatGPT (GPT-4)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17007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A5B5"/>
                </a:solidFill>
              </a:rPr>
              <a:t>https://chat.openai.com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" y="1993392"/>
            <a:ext cx="365760" cy="347472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0116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2E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" y="2011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Copilot – AI Code Completion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" y="21945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A5B5"/>
                </a:solidFill>
              </a:rPr>
              <a:t>https://github.com/features/copilot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" y="2487168"/>
            <a:ext cx="365760" cy="347472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25054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2E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2960" y="25054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MDN Web Docs – HTML, CSS, JavaScript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2960" y="26883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A5B5"/>
                </a:solidFill>
              </a:rPr>
              <a:t>https://developer.mozilla.org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65760" y="2980944"/>
            <a:ext cx="365760" cy="347472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29992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2E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22960" y="2999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Netlify – Web Hosting &amp; Deployment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22960" y="31821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A5B5"/>
                </a:solidFill>
              </a:rPr>
              <a:t>https://www.netlify.com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65760" y="3474720"/>
            <a:ext cx="365760" cy="347472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31" name="Text 28"/>
          <p:cNvSpPr/>
          <p:nvPr/>
        </p:nvSpPr>
        <p:spPr>
          <a:xfrm>
            <a:off x="365760" y="349300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2E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22960" y="34930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Fonts – Web Typography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22960" y="36758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A5B5"/>
                </a:solidFill>
              </a:rPr>
              <a:t>https://fonts.google.com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65760" y="3968496"/>
            <a:ext cx="365760" cy="347472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35" name="Text 32"/>
          <p:cNvSpPr/>
          <p:nvPr/>
        </p:nvSpPr>
        <p:spPr>
          <a:xfrm>
            <a:off x="365760" y="39867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2E"/>
                </a:solidFill>
              </a:rPr>
              <a:t>07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22960" y="39867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Font Awesome – Icon Library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22960" y="41696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A5B5"/>
                </a:solidFill>
              </a:rPr>
              <a:t>https://fontawesome.com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65760" y="4462272"/>
            <a:ext cx="365760" cy="347472"/>
          </a:xfrm>
          <a:prstGeom prst="rect">
            <a:avLst/>
          </a:prstGeom>
          <a:solidFill>
            <a:srgbClr val="C4752A"/>
          </a:solidFill>
          <a:ln/>
        </p:spPr>
      </p:sp>
      <p:sp>
        <p:nvSpPr>
          <p:cNvPr id="39" name="Text 36"/>
          <p:cNvSpPr/>
          <p:nvPr/>
        </p:nvSpPr>
        <p:spPr>
          <a:xfrm>
            <a:off x="365760" y="448056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2E"/>
                </a:solidFill>
              </a:rPr>
              <a:t>08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22960" y="4480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Dhaara Garments Live Website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22960" y="46634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A5B5"/>
                </a:solidFill>
              </a:rPr>
              <a:t>https://dhaaragarments.netlify.app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1313</Words>
  <Application>Microsoft Office PowerPoint</Application>
  <PresentationFormat>On-screen Show (16:9)</PresentationFormat>
  <Paragraphs>239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Dhaara Garments - AI Assistant Coding Project</dc:title>
  <dc:subject>PptxGenJS Presentation</dc:subject>
  <dc:creator>PptxGenJS</dc:creator>
  <cp:lastModifiedBy>DHAARA GARMENTS</cp:lastModifiedBy>
  <cp:revision>2</cp:revision>
  <dcterms:created xsi:type="dcterms:W3CDTF">2026-04-15T06:30:22Z</dcterms:created>
  <dcterms:modified xsi:type="dcterms:W3CDTF">2026-04-15T07:21:04Z</dcterms:modified>
</cp:coreProperties>
</file>